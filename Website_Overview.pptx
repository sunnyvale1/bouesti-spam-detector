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212529"/>
                </a:solidFill>
                <a:latin typeface="Arial"/>
              </a:defRPr>
            </a:pPr>
            <a:r>
              <a:t>Website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6C757D"/>
                </a:solidFill>
                <a:latin typeface="Arial"/>
              </a:defRPr>
            </a:pPr>
            <a:r>
              <a:t>Platform architecture, features, and roadmap</a:t>
            </a:r>
          </a:p>
          <a:p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D6EFD"/>
                </a:solidFill>
              </a:defRPr>
            </a:pPr>
            <a:r>
              <a:t>Our platform connects users with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website serves as the primary hub for our digital presence, built to deliver speed, accessibility, and conversion.</a:t>
            </a:r>
          </a:p>
          <a:p>
            <a:pPr lvl="1"/>
            <a:r>
              <a:t>Modern, responsive front-end architecture</a:t>
            </a:r>
          </a:p>
          <a:p>
            <a:pPr lvl="1"/>
            <a:r>
              <a:t>Integrated content management</a:t>
            </a:r>
          </a:p>
          <a:p>
            <a:pPr lvl="1"/>
            <a:r>
              <a:t>Secure user authentication and portals</a:t>
            </a:r>
          </a:p>
          <a:p>
            <a:pPr lvl="1"/>
            <a:r>
              <a:t>Optimized for global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D6EFD"/>
                </a:solidFill>
              </a:defRPr>
            </a:pPr>
            <a:r>
              <a:t>Capabilities drive user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Features:</a:t>
            </a:r>
          </a:p>
          <a:p>
            <a:pPr lvl="1"/>
            <a:r>
              <a:t>Search: Elastic-powered global search returning instant results across documentation, products, and support.</a:t>
            </a:r>
          </a:p>
          <a:p>
            <a:pPr lvl="1"/>
            <a:r>
              <a:t>Portal: Authenticated dashboard where users manage subscriptions, preferences, and view history.</a:t>
            </a:r>
          </a:p>
          <a:p>
            <a:pPr lvl="1"/>
            <a:r>
              <a:t>Commerce: Frictionless checkout flow with regional pricing and multi-currency support built 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D6EFD"/>
                </a:solidFill>
              </a:defRPr>
            </a:pPr>
            <a:r>
              <a:t>Performance exceeds industry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0.8s - Average page load time</a:t>
            </a:r>
          </a:p>
          <a:p>
            <a:r>
              <a:t>99.99% - Uptime SLA</a:t>
            </a:r>
          </a:p>
          <a:p>
            <a:r>
              <a:t>100 - Lighthouse accessibility 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D6EFD"/>
                </a:solidFill>
              </a:defRPr>
            </a:pPr>
            <a:r>
              <a:t>Built on a modern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infrastructure choices prioritize developer velocity, edge delivery, and seamless scalability.</a:t>
            </a:r>
          </a:p>
          <a:p>
            <a:pPr lvl="1"/>
            <a:r>
              <a:t>Frontend: React/Next.js leveraging server components.</a:t>
            </a:r>
          </a:p>
          <a:p>
            <a:pPr lvl="1"/>
            <a:r>
              <a:t>Backend &amp; Data: Serverless API routes connected to a distributed Postgres database.</a:t>
            </a:r>
          </a:p>
          <a:p>
            <a:pPr lvl="1"/>
            <a:r>
              <a:t>Content: Headless CMS enabling marketing teams.</a:t>
            </a:r>
          </a:p>
          <a:p>
            <a:pPr lvl="1"/>
            <a:r>
              <a:t>Hosting: Deployed to edge networks with zero-downtime deployments.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D6EFD"/>
                </a:solidFill>
              </a:defRPr>
            </a:pPr>
            <a:r>
              <a:t>Upcoming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Q3: Launch personalized dashboard experience</a:t>
            </a:r>
          </a:p>
          <a:p>
            <a:r>
              <a:t>Q4: Implement AI-powered search enhancements</a:t>
            </a:r>
          </a:p>
          <a:p>
            <a:r>
              <a:t>Q1: Expand localization to 5 new regions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